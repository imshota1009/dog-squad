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280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DOG SQUAD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097280" y="2103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SQUIRREL SIEGE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遊ぶ人の強さに合わせて「難しさが自動で変わるAI」搭載プロジェクト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3749040"/>
            <a:ext cx="3657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41148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🎮  https://dog-squad-game-app.web.app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📂  https://github.com/imshota1009/dog-squad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制作: Yamawaki Shota (imshota1009)　　最終更新: 2026年7月13日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 / 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DOG SQUAD: SQUIRREL SIEGE — DDA × AI プロジェクト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5720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なぜ「難しさの自動調整AI」が必要なのか？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0292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😴 簡単すぎると…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プレイヤーは退屈して飽きてしまい、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2回目のプレイに繋がりません。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371600"/>
            <a:ext cx="50292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😫 難しすぎると…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19202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クリアを諦めてしまい、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ゲームを途中でやめてしまいます。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0" y="3657600"/>
            <a:ext cx="7589520" cy="2103120"/>
          </a:xfrm>
          <a:prstGeom prst="roundRect">
            <a:avLst>
              <a:gd name="adj" fmla="val 6522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💡 解決策: 動的難易度調整（DDA）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60320" y="4206240"/>
            <a:ext cx="7040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プレイヤーの過去の戦績データを分析し、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「その人にとって "ちょうど良い" 難しさ」をAIがリアルタイムに計算して自動で適用します。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有料の外部サービスは一切使わず、プレイヤーのブラウザ内で完結する仕組みです。</a:t>
            </a:r>
            <a:endParaRPr lang="en-US" sz="1300" dirty="0"/>
          </a:p>
        </p:txBody>
      </p:sp>
      <p:pic>
        <p:nvPicPr>
          <p:cNvPr id="16" name="Image 0" descr="C:\Users\shota\.gemini\antigravity-ide\brain\8f8b578f-8f82-4529-a88c-78af7decba18\main_menu_screen_17839259974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0"/>
            <a:ext cx="1371600" cy="1005840"/>
          </a:xfrm>
          <a:prstGeom prst="ellipse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 / 8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DOG SQUAD: SQUIRREL SIEGE — DDA × AI プロジェクト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5720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189回分のプレイデータを収集・分析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15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🏆  戦績データ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勝敗 / 残りHP% / 到達Wave / スコア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15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🎮  設定データ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971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選んだステージ / 犬種 / 難易度設定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15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⚡  パワーアップ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ショップでの各能力の合計強化レベル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280160"/>
            <a:ext cx="5303520" cy="3931920"/>
          </a:xfrm>
          <a:prstGeom prst="roundRect">
            <a:avLst>
              <a:gd name="adj" fmla="val 465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38100" dir="16200000">
              <a:srgbClr val="00000030">
                <a:alpha val="75000"/>
              </a:srgbClr>
            </a:outerShdw>
          </a:effectLst>
        </p:spPr>
      </p:sp>
      <p:pic>
        <p:nvPicPr>
          <p:cNvPr id="17" name="Image 0" descr="C:\Users\shota\.gemini\antigravity-ide\brain\8f8b578f-8f82-4529-a88c-78af7decba18\gameplay_screen_17839264365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417320"/>
            <a:ext cx="5029200" cy="34747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400800" y="5029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実際のゲーム3D戦闘画面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" y="50292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収集先: Firebase Firestore データベース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分析ファイル: dda_sessions.xlsx / dda_sessions.csv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 / 8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DOG SQUAD: SQUIRREL SIEGE — DDA × AI プロジェクト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5720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PHASE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AIの学習結果 — 驚異的な予測精度を実証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0292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15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🧠  ニューラルネットワーク構築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直近5回の戦績から最適な難易度倍率（0.6x〜1.8x）を自動計算するAIを構築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50292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15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📉  エラーの劇的低下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学習を重ねるごとに予測のズレが 0.06 → 0.01 近くまで綺麗に減少（左グラフ）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50292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15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🎯  実用レベルの予測精度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251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初心者救済（0.6x）や現状維持（1.0x）の判断精度はほぼ完璧に近い適合率（右グラフ）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280160"/>
            <a:ext cx="5303520" cy="39319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30">
                <a:alpha val="75000"/>
              </a:srgbClr>
            </a:outerShdw>
          </a:effectLst>
        </p:spPr>
      </p:sp>
      <p:pic>
        <p:nvPicPr>
          <p:cNvPr id="17" name="Image 0" descr="C:\Users\shota\.gemini\antigravity-ide\scratch\dog-squad\docs\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417320"/>
            <a:ext cx="5029200" cy="34747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400800" y="53949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Google Colabでの学習結果グラフ（Python実行結果）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 / 8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DOG SQUAD: SQUIRREL SIEGE — DDA × AI プロジェクト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5720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PHASE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AIの頭脳をゲームに組み込む — 自動調整の仕組み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737360" y="1554480"/>
            <a:ext cx="1097280" cy="10972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15544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戦績の読み込み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ゲーム開始ボタンを押した瞬間、過去5回分の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勝率・残りHP%・スコアを自動で振り返る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37160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7840" y="1554480"/>
            <a:ext cx="1097280" cy="10972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0" y="15544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0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AIが難易度を予測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2004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TensorFlow.jsが「難易度〇倍がベスト」と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瞬時に計算（0.6倍〜1.8倍）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137160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18320" y="1554480"/>
            <a:ext cx="1097280" cy="10972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9418320" y="15544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412480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敵のパラメータに適用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32004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リスの「体力」「スピード」「攻撃間隔」に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倍率を掛け合わせてリアルタイム調整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680960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✅ 外部のAPIサービスを使わず、ブラウザの中だけでAIが完結して動作します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✅ ゲーム中のWAVE表示の横に AI判定倍率「WAVE 1/12 (AI: 1.15x)」が表示されます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✅ ゲーム終了時、今回の戦績をブラウザに自動保存 → 次回のAI判定に活用されます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 / 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DOG SQUAD: SQUIRREL SIEGE — DDA × AI プロジェクト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5720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UPDATES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ゲームの全体的な進化 — バグ修正 ＆ バランス調整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91440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28016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15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📡  マルチプレイ通信の快適化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1783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データを0.1秒ごとにまとめて送信する「バッチ処理」に変更し、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最大6人対戦時のカクつきを大幅に解消しました。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91440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292608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15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88720" y="3017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🛒  ショップに新しい強化が登場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4290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「爆発トレーニング」（爆風範囲UP）「コンボマスター」（受付時間延長）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「早吠え」（わん波クールダウン短縮）の3種類を追加しました。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572000"/>
            <a:ext cx="91440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457200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15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88720" y="4663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⚖️  ゲームバランスの見直し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5074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アップグレード費用の上昇カーブを引き上げ、コイン獲得量をマイルドに調整。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繰り返し遊んで少しずつ強くなっていく「長く楽しめるバランス」に改善しました。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 / 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DOG SQUAD: SQUIRREL SIEGE — DDA × AI プロジェクト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5720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プロジェクトを支える使用技術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15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🎨 フロントエンド ＆ ゲームエンジン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■ HTML / CSS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UIやキャラクターアイコンなどをすべてCSSアートで独自描画しています。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■ JavaScript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ゲームのメインロジック、通信処理、AIの推論をブラウザ上で実行します。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■ Three.js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迫力ある3Dグラフィックスをブラウザ上で軽量にレンダリングします。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■ Web Audio API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BGMや効果音をリアルタイムにプログラムで合成・再生します。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15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☁️ バックエンド ＆ 機械学習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0116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■ Firebase Firestore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サーバーを立てずに、プレイヤーの戦績データの保存や、最大6人のリアルタイムオンライン対戦を実現しています。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■ Firebase Hosting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ゲームをインターネットに公開し、誰でもすぐ遊べる環境を提供しています。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■ TensorFlow.js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学習済みのAI頭脳をブラウザに読み込み、高速に難易度を予測します。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■ Python (Google Colab)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189件のデータからAIモデルを訓練し、精度をグラフ化・検証しました。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7 / 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DOG SQUAD: SQUIRREL SIEGE — DDA × AI プロジェクト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🎉 ぜひ遊んでみてください！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AIがあなたの強さを自動で分析し、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あなた専用の難易度のバトルをお届けします。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2560320"/>
            <a:ext cx="9418320" cy="1188720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2606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🎮 ゲーム公開URL（ブラウザで即プレイ / スマホ・PC対応）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3017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https://dog-squad-game-app.web.app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371600" y="4114800"/>
            <a:ext cx="9418320" cy="1188720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4160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📂 GitHubリポジトリ（ソースコード・学習データ・分析結果を公開中！）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4572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https://github.com/imshota1009/dog-squad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53949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気になった方はぜひGitHubのリポジトリもご覧ください。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189件分のプレイデータ・AIモデルの学習プログラム・分析結果がすべて公開されています。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最終更新日: 2026年7月13日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 / 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DOG SQUAD: SQUIRREL SIEGE — DDA × AI プロジェクト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2026-07-13T07:54:25Z</dcterms:created>
  <dcterms:modified xsi:type="dcterms:W3CDTF">2026-07-13T07:54:25Z</dcterms:modified>
</cp:coreProperties>
</file>