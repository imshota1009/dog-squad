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" name="Text 1"/>
          <p:cNvSpPr/>
          <p:nvPr/>
        </p:nvSpPr>
        <p:spPr>
          <a:xfrm>
            <a:off x="1097280" y="128016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DOG SQUAD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1097280" y="210312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59E0B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SQUIRREL SIEGE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097280" y="301752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1F5F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遊ぶ人の強さに合わせて「難しさが自動で変わるAI」搭載プロジェクト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1097280" y="3749040"/>
            <a:ext cx="3657600" cy="36576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7" name="Text 5"/>
          <p:cNvSpPr/>
          <p:nvPr/>
        </p:nvSpPr>
        <p:spPr>
          <a:xfrm>
            <a:off x="1097280" y="411480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B981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🎮  https://dog-squad-game-app.web.app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97280" y="457200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B82F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📂  https://github.com/imshota1009/dog-squad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97280" y="59436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制作: Yamawaki Shota (imshota1009)　　最終更新: 2026年7月13日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0515600" y="64008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1 / 7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DOG SQUAD: SQUIRREL SIEGE — DDA × AI プロジェクト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3152"/>
            <a:ext cx="9144000" cy="36576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457200"/>
            <a:ext cx="1645920" cy="347472"/>
          </a:xfrm>
          <a:prstGeom prst="roundRect">
            <a:avLst>
              <a:gd name="adj" fmla="val 26316"/>
            </a:avLst>
          </a:prstGeom>
          <a:solidFill>
            <a:srgbClr val="1E3A5F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457200"/>
            <a:ext cx="1645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BACKGROUND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743200" y="4114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3A5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なぜ「難しさの自動調整AI」が必要なのか？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731520" y="1371600"/>
            <a:ext cx="5029200" cy="182880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16200000">
              <a:srgbClr val="00000020">
                <a:alpha val="7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005840" y="14630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F4444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😴 簡単すぎると…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005840" y="1920240"/>
            <a:ext cx="4572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プレイヤーは退屈して飽きてしまい、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2回目のプレイに繋がりません。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0" y="1371600"/>
            <a:ext cx="5029200" cy="182880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16200000">
              <a:srgbClr val="00000020">
                <a:alpha val="7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675120" y="14630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F4444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😫 難しすぎると…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675120" y="1920240"/>
            <a:ext cx="4572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クリアを諦めてしまい、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ゲームを途中でやめてしまいます。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286000" y="3657600"/>
            <a:ext cx="7589520" cy="2103120"/>
          </a:xfrm>
          <a:prstGeom prst="roundRect">
            <a:avLst>
              <a:gd name="adj" fmla="val 6522"/>
            </a:avLst>
          </a:prstGeom>
          <a:solidFill>
            <a:srgbClr val="EFF6FF"/>
          </a:solidFill>
          <a:ln w="19050">
            <a:solidFill>
              <a:srgbClr val="3B82F6"/>
            </a:solidFill>
            <a:prstDash val="solid"/>
          </a:ln>
          <a:effectLst>
            <a:outerShdw sx="100000" sy="100000" kx="0" ky="0" algn="bl" rotWithShape="0" blurRad="76200" dist="25400" dir="16200000">
              <a:srgbClr val="00000020">
                <a:alpha val="7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2560320" y="37490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82F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💡 解決策: 動的難易度調整（DDA）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2560320" y="4206240"/>
            <a:ext cx="70408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プレイヤーの過去の戦績データを分析し、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「その人にとって "ちょうど良い" 難しさ」をAIがリアルタイムに計算して自動で適用します。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有料の外部サービスは一切使わず、プレイヤーのブラウザ内で完結する仕組みです。</a:t>
            </a:r>
            <a:endParaRPr lang="en-US" sz="1300" dirty="0"/>
          </a:p>
        </p:txBody>
      </p:sp>
      <p:pic>
        <p:nvPicPr>
          <p:cNvPr id="16" name="Image 0" descr="C:\Users\shota\.gemini\antigravity-ide\brain\8f8b578f-8f82-4529-a88c-78af7decba18\main_menu_screen_178392599741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657600"/>
            <a:ext cx="1371600" cy="1005840"/>
          </a:xfrm>
          <a:prstGeom prst="ellipse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10515600" y="64008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2 / 7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DOG SQUAD: SQUIRREL SIEGE — DDA × AI プロジェクト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FF6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3152"/>
            <a:ext cx="9144000" cy="36576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457200"/>
            <a:ext cx="1645920" cy="347472"/>
          </a:xfrm>
          <a:prstGeom prst="roundRect">
            <a:avLst>
              <a:gd name="adj" fmla="val 26316"/>
            </a:avLst>
          </a:prstGeom>
          <a:solidFill>
            <a:srgbClr val="10B981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457200"/>
            <a:ext cx="1645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PHASE 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743200" y="4114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3A5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189回分のプレイデータを収集・分析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731520" y="1371600"/>
            <a:ext cx="502920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16200000">
              <a:srgbClr val="00000015">
                <a:alpha val="7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914400" y="14173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🏆  戦績データ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14400" y="17830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勝敗 / 残りHP% / 到達Wave / スコア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31520" y="2560320"/>
            <a:ext cx="502920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16200000">
              <a:srgbClr val="00000015">
                <a:alpha val="7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914400" y="26060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🎮  設定データ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914400" y="29718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選んだステージ / 犬種 / 難易度設定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31520" y="3749040"/>
            <a:ext cx="502920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16200000">
              <a:srgbClr val="00000015">
                <a:alpha val="7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914400" y="37947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⚡  パワーアップ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914400" y="41605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ショップでの各能力の合計強化レベル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309360" y="1280160"/>
            <a:ext cx="5303520" cy="3931920"/>
          </a:xfrm>
          <a:prstGeom prst="roundRect">
            <a:avLst>
              <a:gd name="adj" fmla="val 4651"/>
            </a:avLst>
          </a:prstGeom>
          <a:solidFill>
            <a:srgbClr val="0F172A"/>
          </a:solidFill>
          <a:ln/>
          <a:effectLst>
            <a:outerShdw sx="100000" sy="100000" kx="0" ky="0" algn="bl" rotWithShape="0" blurRad="127000" dist="38100" dir="16200000">
              <a:srgbClr val="00000030">
                <a:alpha val="75000"/>
              </a:srgbClr>
            </a:outerShdw>
          </a:effectLst>
        </p:spPr>
      </p:sp>
      <p:pic>
        <p:nvPicPr>
          <p:cNvPr id="17" name="Image 0" descr="C:\Users\shota\.gemini\antigravity-ide\brain\8f8b578f-8f82-4529-a88c-78af7decba18\gameplay_screen_178392643653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1417320"/>
            <a:ext cx="5029200" cy="3474720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6400800" y="502920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実際のゲーム3D戦闘画面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731520" y="5029200"/>
            <a:ext cx="5029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収集先: Firebase Firestore データベース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分析ファイル: dda_sessions.xlsx / dda_sessions.csv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10515600" y="64008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3 / 7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DOG SQUAD: SQUIRREL SIEGE — DDA × AI プロジェクト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3152"/>
            <a:ext cx="9144000" cy="36576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457200"/>
            <a:ext cx="1645920" cy="347472"/>
          </a:xfrm>
          <a:prstGeom prst="roundRect">
            <a:avLst>
              <a:gd name="adj" fmla="val 26316"/>
            </a:avLst>
          </a:prstGeom>
          <a:solidFill>
            <a:srgbClr val="3B82F6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457200"/>
            <a:ext cx="1645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PHASE 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743200" y="4114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3A5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AIの学習結果 — 驚異的な予測精度を実証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731520" y="1371600"/>
            <a:ext cx="502920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16200000">
              <a:srgbClr val="00000015">
                <a:alpha val="7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914400" y="14173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🧠  ニューラルネットワーク構築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14400" y="1783080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直近5回の戦績から最適な難易度倍率（0.6x〜1.8x）を自動計算するAIを構築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31520" y="2606040"/>
            <a:ext cx="502920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16200000">
              <a:srgbClr val="00000015">
                <a:alpha val="7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914400" y="26517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📉  エラーの劇的低下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14400" y="3017520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学習を重ねるごとに予測のズレが 0.06 → 0.01 近くまで綺麗に減少（左グラフ）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31520" y="3840480"/>
            <a:ext cx="502920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16200000">
              <a:srgbClr val="00000015">
                <a:alpha val="7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914400" y="38862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🎯  実用レベルの予測精度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14400" y="4251960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初心者救済（0.6x）や現状維持（1.0x）の判断精度はほぼ完璧に近い適合率（右グラフ）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309360" y="1280160"/>
            <a:ext cx="5303520" cy="393192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16200000">
              <a:srgbClr val="00000030">
                <a:alpha val="75000"/>
              </a:srgbClr>
            </a:outerShdw>
          </a:effectLst>
        </p:spPr>
      </p:sp>
      <p:pic>
        <p:nvPicPr>
          <p:cNvPr id="17" name="Image 0" descr="C:\Users\shota\.gemini\antigravity-ide\scratch\dog-squad\docs\pyth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1417320"/>
            <a:ext cx="5029200" cy="3474720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6400800" y="539496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Google Colabでの学習結果グラフ（Python実行結果）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10515600" y="64008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4 / 7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DOG SQUAD: SQUIRREL SIEGE — DDA × AI プロジェクト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FF6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3152"/>
            <a:ext cx="9144000" cy="36576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457200"/>
            <a:ext cx="1645920" cy="347472"/>
          </a:xfrm>
          <a:prstGeom prst="roundRect">
            <a:avLst>
              <a:gd name="adj" fmla="val 26316"/>
            </a:avLst>
          </a:prstGeom>
          <a:solidFill>
            <a:srgbClr val="F59E0B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457200"/>
            <a:ext cx="1645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PHASE 3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743200" y="4114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3A5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AIの頭脳をゲームに組み込む — 自動調整の仕組み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1371600"/>
            <a:ext cx="3474720" cy="2926080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16200000">
              <a:srgbClr val="00000020">
                <a:alpha val="7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737360" y="1554480"/>
            <a:ext cx="1097280" cy="109728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9" name="Text 7"/>
          <p:cNvSpPr/>
          <p:nvPr/>
        </p:nvSpPr>
        <p:spPr>
          <a:xfrm>
            <a:off x="1737360" y="1554480"/>
            <a:ext cx="1097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1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731520" y="283464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戦績の読み込み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31520" y="3200400"/>
            <a:ext cx="3108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ゲーム開始ボタンを押した瞬間、過去5回分の</a:t>
            </a:r>
            <a:endParaRPr lang="en-US" sz="11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勝率・残りHP%・スコアを自動で振り返る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389120" y="1371600"/>
            <a:ext cx="3474720" cy="2926080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16200000">
              <a:srgbClr val="00000020">
                <a:alpha val="7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577840" y="1554480"/>
            <a:ext cx="1097280" cy="109728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4" name="Text 12"/>
          <p:cNvSpPr/>
          <p:nvPr/>
        </p:nvSpPr>
        <p:spPr>
          <a:xfrm>
            <a:off x="5577840" y="1554480"/>
            <a:ext cx="1097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2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4572000" y="283464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AIが難易度を予測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572000" y="3200400"/>
            <a:ext cx="3108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TensorFlow.jsが「難易度〇倍がベスト」と</a:t>
            </a:r>
            <a:endParaRPr lang="en-US" sz="11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瞬時に計算（0.6倍〜1.8倍）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229600" y="1371600"/>
            <a:ext cx="3474720" cy="2926080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16200000">
              <a:srgbClr val="00000020">
                <a:alpha val="7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9418320" y="1554480"/>
            <a:ext cx="1097280" cy="109728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9" name="Text 17"/>
          <p:cNvSpPr/>
          <p:nvPr/>
        </p:nvSpPr>
        <p:spPr>
          <a:xfrm>
            <a:off x="9418320" y="1554480"/>
            <a:ext cx="1097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3</a:t>
            </a:r>
            <a:endParaRPr lang="en-US" sz="3600" dirty="0"/>
          </a:p>
        </p:txBody>
      </p:sp>
      <p:sp>
        <p:nvSpPr>
          <p:cNvPr id="20" name="Text 18"/>
          <p:cNvSpPr/>
          <p:nvPr/>
        </p:nvSpPr>
        <p:spPr>
          <a:xfrm>
            <a:off x="8412480" y="283464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敵のパラメータに適用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0" y="3200400"/>
            <a:ext cx="3108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リスの「体力」「スピード」「攻撃間隔」に</a:t>
            </a:r>
            <a:endParaRPr lang="en-US" sz="11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倍率を掛け合わせてリアルタイム調整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840480" y="228600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64748B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→</a:t>
            </a:r>
            <a:endParaRPr lang="en-US" sz="3200" dirty="0"/>
          </a:p>
        </p:txBody>
      </p:sp>
      <p:sp>
        <p:nvSpPr>
          <p:cNvPr id="23" name="Text 21"/>
          <p:cNvSpPr/>
          <p:nvPr/>
        </p:nvSpPr>
        <p:spPr>
          <a:xfrm>
            <a:off x="7680960" y="228600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64748B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→</a:t>
            </a:r>
            <a:endParaRPr lang="en-US" sz="3200" dirty="0"/>
          </a:p>
        </p:txBody>
      </p:sp>
      <p:sp>
        <p:nvSpPr>
          <p:cNvPr id="24" name="Shape 22"/>
          <p:cNvSpPr/>
          <p:nvPr/>
        </p:nvSpPr>
        <p:spPr>
          <a:xfrm>
            <a:off x="548640" y="466344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22960" y="475488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✅ 外部のAPIサービスを使わず、ブラウザの中だけでAIが完結して動作します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✅ ゲーム中のWAVE表示の横に AI判定倍率「WAVE 1/12 (AI: 1.15x)」が表示されます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✅ ゲーム終了時、今回の戦績をブラウザに自動保存 → 次回のAI判定に活用されます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0515600" y="64008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5 / 7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DOG SQUAD: SQUIRREL SIEGE — DDA × AI プロジェクト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3152"/>
            <a:ext cx="9144000" cy="36576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457200"/>
            <a:ext cx="1645920" cy="347472"/>
          </a:xfrm>
          <a:prstGeom prst="roundRect">
            <a:avLst>
              <a:gd name="adj" fmla="val 26316"/>
            </a:avLst>
          </a:prstGeom>
          <a:solidFill>
            <a:srgbClr val="1E3A5F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457200"/>
            <a:ext cx="1645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UPDATES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743200" y="4114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3A5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ゲームの全体的な進化 — バグ修正 ＆ バランス調整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731520" y="1280160"/>
            <a:ext cx="91440" cy="13716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8" name="Shape 6"/>
          <p:cNvSpPr/>
          <p:nvPr/>
        </p:nvSpPr>
        <p:spPr>
          <a:xfrm>
            <a:off x="914400" y="1280160"/>
            <a:ext cx="105156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16200000">
              <a:srgbClr val="00000015">
                <a:alpha val="7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1188720" y="137160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3A5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📡  マルチプレイ通信の快適化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188720" y="1783080"/>
            <a:ext cx="9601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データを0.1秒ごとにまとめて送信する「バッチ処理」に変更し、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最大6人対戦時のカクつきを大幅に解消しました。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31520" y="2926080"/>
            <a:ext cx="91440" cy="13716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2" name="Shape 10"/>
          <p:cNvSpPr/>
          <p:nvPr/>
        </p:nvSpPr>
        <p:spPr>
          <a:xfrm>
            <a:off x="914400" y="2926080"/>
            <a:ext cx="105156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16200000">
              <a:srgbClr val="00000015">
                <a:alpha val="7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1188720" y="301752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3A5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🛒  ショップに新しい強化が登場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188720" y="3429000"/>
            <a:ext cx="9601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「爆発トレーニング」（爆風範囲UP）「コンボマスター」（受付時間延長）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「早吠え」（わん波クールダウン短縮）の3種類を追加しました。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31520" y="4572000"/>
            <a:ext cx="91440" cy="13716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6" name="Shape 14"/>
          <p:cNvSpPr/>
          <p:nvPr/>
        </p:nvSpPr>
        <p:spPr>
          <a:xfrm>
            <a:off x="914400" y="4572000"/>
            <a:ext cx="105156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16200000">
              <a:srgbClr val="00000015">
                <a:alpha val="7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188720" y="466344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3A5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⚖️  ゲームバランスの見直し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88720" y="5074920"/>
            <a:ext cx="9601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アップグレード費用の上昇カーブを引き上げ、コイン獲得量をマイルドに調整。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繰り返し遊んで少しずつ強くなっていく「長く楽しめるバランス」に改善しました。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0515600" y="64008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6 / 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DOG SQUAD: SQUIRREL SIEGE — DDA × AI プロジェクト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73152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🎉 ぜひ遊んでみてください！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14400" y="146304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CBD5E1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AIがあなたの強さを自動で分析し、</a:t>
            </a:r>
            <a:endParaRPr lang="en-US" sz="1400" dirty="0"/>
          </a:p>
          <a:p>
            <a:pPr algn="ctr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CBD5E1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あなた専用の難易度のバトルをお届けします。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371600" y="2560320"/>
            <a:ext cx="9418320" cy="1188720"/>
          </a:xfrm>
          <a:prstGeom prst="roundRect">
            <a:avLst>
              <a:gd name="adj" fmla="val 11538"/>
            </a:avLst>
          </a:prstGeom>
          <a:solidFill>
            <a:srgbClr val="1E293B"/>
          </a:solidFill>
          <a:ln w="25400">
            <a:solidFill>
              <a:srgbClr val="10B98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645920" y="260604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B981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🎮 ゲーム公開URL（ブラウザで即プレイ / スマホ・PC対応）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645920" y="301752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https://dog-squad-game-app.web.app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1371600" y="4114800"/>
            <a:ext cx="9418320" cy="1188720"/>
          </a:xfrm>
          <a:prstGeom prst="roundRect">
            <a:avLst>
              <a:gd name="adj" fmla="val 11538"/>
            </a:avLst>
          </a:prstGeom>
          <a:solidFill>
            <a:srgbClr val="1E293B"/>
          </a:solidFill>
          <a:ln w="25400">
            <a:solidFill>
              <a:srgbClr val="3B82F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645920" y="416052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B82F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📂 GitHubリポジトリ（ソースコード・学習データ・分析結果を公開中！）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645920" y="457200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https://github.com/imshota1009/dog-squad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371600" y="5394960"/>
            <a:ext cx="9418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気になった方はぜひGitHubのリポジトリもご覧ください。</a:t>
            </a:r>
            <a:endParaRPr lang="en-US" sz="11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189件分のプレイデータ・AIモデルの学習プログラム・分析結果がすべて公開されています。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14400" y="621792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最終更新日: 2026年7月13日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515600" y="64008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7 / 7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DOG SQUAD: SQUIRREL SIEGE — DDA × AI プロジェクト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2026-07-13T07:38:54Z</dcterms:created>
  <dcterms:modified xsi:type="dcterms:W3CDTF">2026-07-13T07:38:54Z</dcterms:modified>
</cp:coreProperties>
</file>