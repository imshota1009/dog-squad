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DOG SQUAD: SQUIRREL SIEGE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機械学習 × 動的難易度調整（DDA）実装計画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NekoDev Studio  ／ 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5943600" cy="0"/>
          </a:xfrm>
          <a:prstGeom prst="line">
            <a:avLst/>
          </a:prstGeom>
          <a:noFill/>
          <a:ln w="25400">
            <a:solidFill>
              <a:srgbClr val="FFE3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3931920"/>
            <a:ext cx="640080" cy="64008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3931920"/>
            <a:ext cx="640080" cy="64008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3931920"/>
            <a:ext cx="640080" cy="64008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🎮  ゲーム概要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DOG SQUAD: SQUIRREL SIEGE とは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4320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ジャンル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37560" y="1453896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ブラウザ 3D タワーディフェンス × アクション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11096"/>
            <a:ext cx="274320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1109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テック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94767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/ Web Audio API / Firebase Firestore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274320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048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プレイ方法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44144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ブラウザで即プレイ — https://dog-squad-game-app.web.app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98648"/>
            <a:ext cx="274320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986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マルチプレイ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935224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最大6人同時対戦（Firebase Firestore リレー）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92424"/>
            <a:ext cx="274320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9242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ステージ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42900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3ステージ（公園 / ビーチ / 雪）× 4難易度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274320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86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犬種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3922776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6種の犬を選択、それぞれ異なるスキル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379976"/>
            <a:ext cx="274320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799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ショップ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441655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ほねコインで永続強化できるオーナーショップ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🤔  なぜ機械学習を組み込むのか？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❌  現状の課題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固定難易度では「簡単すぎる」か「難しすぎる」かのどちらかになりやすい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04288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プレイヤーごとにスキルレベルは大きく異なる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77977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ショップ強化によってプレイヤーの実力が変化する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55264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単純なルールベースでは対応しきれないパターンがある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11430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 機械学習で解決できること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プレイデータを蓄積し、モデルが「最適な難しさ」を学習する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9194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upgrade_total を特徴量に入れ、強化済みプレイヤーも正しく評価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35838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ゲームを楽しく続けてもらえるリテンション向上につながる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🗺️  実装ロードマップ — 3フェーズ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データ収集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108960" cy="292608"/>
          </a:xfrm>
          <a:prstGeom prst="roundRect">
            <a:avLst>
              <a:gd name="adj" fmla="val 18750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完了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ゲーム終了時に Firestore へ自動保存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186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品質フィルター付き（60秒 / WAVE2以上）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9417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やめた理由を4択で取得（汚染防止）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6966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ショップ強化レベルも記録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 w="25400">
            <a:solidFill>
              <a:srgbClr val="FFE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モデル訓練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2286000"/>
            <a:ext cx="3108960" cy="292608"/>
          </a:xfrm>
          <a:prstGeom prst="roundRect">
            <a:avLst>
              <a:gd name="adj" fmla="val 18750"/>
            </a:avLst>
          </a:prstGeom>
          <a:solidFill>
            <a:srgbClr val="FFE34D"/>
          </a:solidFill>
          <a:ln w="12700">
            <a:solidFill>
              <a:srgbClr val="FFE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2860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⏳ 待機中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74320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Firestore → CSV エクスポート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2186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Python + scikit-learn でモデル訓練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69417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入力: stage/diff/breed/score/upgrade_total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16966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出力: 推奨難易度倍率 0.6〜1.8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464515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TF.js フォーマットに変換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0" y="137160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ゲーム内推論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686800" y="2286000"/>
            <a:ext cx="3108960" cy="292608"/>
          </a:xfrm>
          <a:prstGeom prst="roundRect">
            <a:avLst>
              <a:gd name="adj" fmla="val 18750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22860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⏳ 待機中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0" y="274320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TF.js をゲームに組み込み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32186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ゲーム開始前に過去成績から倍率推論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0" y="369417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敵HP / 速度 / 出現間隔にリアルタイム適用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95360" y="416966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フォールバック: ルールベース維持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📊  Phase 1 — 収集データ設計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Firestore: dda_sessions コレクション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92608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ゲーム文脈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20440" y="1911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stage, diff, breed, mode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92608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20440" y="23682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win, rank, wave_reached, wave_pct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292608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パフォーマンス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28254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score, kills, max_combo, clear_time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92608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体力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32826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hp_remaining, hp_pct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292608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03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強化状態 ★新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37398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upgrades{}, upgrade_total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292608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やめた理由 ★新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4197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quit_reason: too_hard / gameover / bored / no_time / other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292608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46542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lang, ts（サーバータイムスタンプ）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🔍  データ品質を守る2つの仕組み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セッション品質フィルター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745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プレイ時間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88920" y="18836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 60秒以上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88920" y="2176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短すぎるプレイを除外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624328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243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到達WAVE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26334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 WAVE 2以上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序盤離脱を除外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74136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741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やめた理由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8892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 too_hard / gameover のみ採用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36758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難易度無関係の離脱を除外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0" cy="475488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やめた理由モーダル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「あきらめる」ボタンを押すと理由を4択で聞く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331720"/>
            <a:ext cx="3108960" cy="347472"/>
          </a:xfrm>
          <a:prstGeom prst="roundRect">
            <a:avLst>
              <a:gd name="adj" fmla="val 26316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3317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😣 難しすぎた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46920" y="23682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DDA 学習に採用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990088"/>
            <a:ext cx="3108960" cy="347472"/>
          </a:xfrm>
          <a:prstGeom prst="roundRect">
            <a:avLst>
              <a:gd name="adj" fmla="val 2631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9900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😴 飽きた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46920" y="30266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DDA から除外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3648456"/>
            <a:ext cx="3108960" cy="347472"/>
          </a:xfrm>
          <a:prstGeom prst="roundRect">
            <a:avLst>
              <a:gd name="adj" fmla="val 2631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6484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⏰ 時間がなくなった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46920" y="36850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DDA から除外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306824"/>
            <a:ext cx="3108960" cy="347472"/>
          </a:xfrm>
          <a:prstGeom prst="roundRect">
            <a:avLst>
              <a:gd name="adj" fmla="val 2631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30682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🤔 その他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46920" y="43434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DDA から除外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🏆  ランキング機能（新追加）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プレイヤーのモチベーションを高めるグローバルランキング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🏆 グローバルランキング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スコア上位20名をリアルタイム表示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Firestore onSnapshot で自動更新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0574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🎖️ ゲーム終了後に名前登録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5146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リザルト画面から名前を入力して即登録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過去の名前は自動で引き継ぎ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862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🔍 フィルター機能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ステージ別（park/beach/snow）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難易度別（easy/normal/hard/endless）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74904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8862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🥇🥈🥉 メダル表示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3434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1〜3位はゴールド/シルバー/ブロンズメダル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自分のスコアはハイライト表示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🧠  Phase 2 — MLモデル設計（予定）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データが100〜200セッション溜まったら着手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入力特徴量（X）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stage（park/beach/snow）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7685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diff（easy/normal/hard/endless）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791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breed（6犬種）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815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avg_hp_pct（過去N回の平均残HP%）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8386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avg_wave_pct（平均進行率%）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win_rate（勝率）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8853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upgrade_total ★（アップグレード合計Lv）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2926080"/>
            <a:ext cx="914400" cy="0"/>
          </a:xfrm>
          <a:prstGeom prst="line">
            <a:avLst/>
          </a:prstGeom>
          <a:noFill/>
          <a:ln w="38100">
            <a:solidFill>
              <a:srgbClr val="FFE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7432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1463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出力（Y）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66560" y="1920240"/>
            <a:ext cx="5029200" cy="1097280"/>
          </a:xfrm>
          <a:prstGeom prst="roundRect">
            <a:avLst>
              <a:gd name="adj" fmla="val 8333"/>
            </a:avLst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9202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推奨難易度倍率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0.6 〜 1.8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6656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hp_pct が 20〜70% に収まる倍率を学習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11430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モデル候補: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34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4800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100+ セッション向け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解釈しやすい・過学習しにくい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438912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4434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小規模NN（3層）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200+ セッション向け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TF.js に直接変換できる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438912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434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58200" y="4800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300+ セッション向け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精度が高い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📈  データ収集目標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目標: 友達 5〜10人 × 各 20〜30 回プレイ（合計 100〜300 セッション）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4023360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サンプル数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937760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モデル精度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784080" y="1920240"/>
            <a:ext cx="2194560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0233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77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〜50 セッション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49377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3774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ほぼルールベースと同じ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784080" y="2377440"/>
            <a:ext cx="21945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0" y="2377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❌ 少なすぎ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0233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71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100〜200 セッション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9377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71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簡単なパターンは学習可能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84080" y="2971800"/>
            <a:ext cx="21945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2971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⚠️ 最低ライン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4023360" cy="5029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200〜300 セッション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566160"/>
            <a:ext cx="4937760" cy="5029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566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犬種・ステージ別の傾向も取れる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84080" y="3566160"/>
            <a:ext cx="2194560" cy="5029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0" y="35661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推奨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40233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160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500+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4160520"/>
            <a:ext cx="49377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160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かなり精度が上がる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784080" y="4160520"/>
            <a:ext cx="21945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0" y="4160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🌟 理想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11430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834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 2 開始タイミング: Firestore の dda_sessions ドキュメント数が 100 を超えたら着手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🛠️  技術スタック全体像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1704320" cy="1554480"/>
          </a:xfrm>
          <a:prstGeom prst="roundRect">
            <a:avLst>
              <a:gd name="adj" fmla="val 5882"/>
            </a:avLst>
          </a:prstGeom>
          <a:solidFill>
            <a:srgbClr val="2A2A5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ゲーム（フロントエンド）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HTML / CSS（CSSアートでキャラクター描画）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29514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JavaScript（ゲームロジック・ネット同期）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1576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Three.js（3D描画）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1874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Web Audio API（BGM・SE リアルタイム合成）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229514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TensorFlow.js（Phase 3: ブラウザ内 ML 推論）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11704320" cy="1554480"/>
          </a:xfrm>
          <a:prstGeom prst="roundRect">
            <a:avLst>
              <a:gd name="adj" fmla="val 5882"/>
            </a:avLst>
          </a:prstGeom>
          <a:solidFill>
            <a:srgbClr val="2A5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バックエンド / インフラ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Firebase Hosting（ゲーム配信）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8678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Firebase Firestore（マルチプレイ通信 / DDA データ収集 / ランキング）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35661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Firebase Firestore Rules（セキュリティ設定）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754880"/>
            <a:ext cx="11704320" cy="1554480"/>
          </a:xfrm>
          <a:prstGeom prst="roundRect">
            <a:avLst>
              <a:gd name="adj" fmla="val 5882"/>
            </a:avLst>
          </a:prstGeom>
          <a:solidFill>
            <a:srgbClr val="5A3A00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機械学習パイプライン（Phase 2）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257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Python + pandas（データ前処理）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67842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scikit-learn / TensorFlow（モデル訓練）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5257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tensorflowjs_converter（TF.js フォーマット変換）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まとめ &amp; 今後の展望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0" y="960120"/>
            <a:ext cx="8686800" cy="0"/>
          </a:xfrm>
          <a:prstGeom prst="line">
            <a:avLst/>
          </a:prstGeom>
          <a:noFill/>
          <a:ln w="25400">
            <a:solidFill>
              <a:srgbClr val="FFE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達成済み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 Firestore へのセッションデータ自動収集（Phase 1 完了）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 セッション品質フィルター（60秒 / WAVE2 / やめた理由）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96896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 ショップ強化レベルを記録（モデルのバイアス防止）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7238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 グローバルランキング機能（リアルタイム更新）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 やめた理由モーダル（DDAデータの汚染防止）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0" cy="502920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1887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これから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164592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⏳  データ収集中（友達5〜10人 × 20〜30回）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228600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⏳  Phase 2: Python でモデル訓練 → TF.js 変換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292608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⏳  Phase 3: ブラウザ内リアルタイム難易度調整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4846320"/>
            <a:ext cx="7772400" cy="73152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 w="25400">
            <a:solidFill>
              <a:srgbClr val="FFE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4846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E34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🎮  今すぐプレイ: https://dog-squad-game-app.web.app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2026-06-14T23:54:59Z</dcterms:created>
  <dcterms:modified xsi:type="dcterms:W3CDTF">2026-06-14T23:54:59Z</dcterms:modified>
</cp:coreProperties>
</file>